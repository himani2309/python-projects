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1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4429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09809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0699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35859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7446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3636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80097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8894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8875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3799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98081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328546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24751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5597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43199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8886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18552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 cstate="print">
            <a:alphaModFix amt="1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7DB85-F689-4077-846C-E82B703D2B44}" type="datetimeFigureOut">
              <a:rPr lang="en-IN" smtClean="0"/>
              <a:pPr/>
              <a:t>25-11-2019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AB289-1DDB-4358-8A5B-75C57F54EF8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730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6">
            <a:extLst>
              <a:ext uri="{FF2B5EF4-FFF2-40B4-BE49-F238E27FC236}">
                <a16:creationId xmlns:a16="http://schemas.microsoft.com/office/drawing/2014/main" xmlns="" id="{B2E911EF-80F5-4781-A4DF-44EFAF242F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xmlns="" id="{B0A2A734-17E4-44D5-9630-D54D6AF746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2" cstate="print">
            <a:alphaModFix amt="1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Rectangle 10">
            <a:extLst>
              <a:ext uri="{FF2B5EF4-FFF2-40B4-BE49-F238E27FC236}">
                <a16:creationId xmlns:a16="http://schemas.microsoft.com/office/drawing/2014/main" xmlns="" id="{EFFB5C33-24B2-4764-BDBD-4C10A21DB1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788808" y="0"/>
            <a:ext cx="34031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xmlns="" id="{FEB601E2-EFED-4313-BEE4-9E27B94FC6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242852"/>
            <a:ext cx="9110541" cy="246557"/>
          </a:xfrm>
          <a:prstGeom prst="rect">
            <a:avLst/>
          </a:prstGeom>
        </p:spPr>
      </p:pic>
      <p:sp>
        <p:nvSpPr>
          <p:cNvPr id="23" name="Rectangle 14">
            <a:extLst>
              <a:ext uri="{FF2B5EF4-FFF2-40B4-BE49-F238E27FC236}">
                <a16:creationId xmlns:a16="http://schemas.microsoft.com/office/drawing/2014/main" xmlns="" id="{1425DB5A-CEE1-4EE1-8C4A-689E49D354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2590078"/>
            <a:ext cx="9110542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870076-542E-4754-8BA4-2743C8254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510" y="2733709"/>
            <a:ext cx="7657792" cy="1373070"/>
          </a:xfrm>
        </p:spPr>
        <p:txBody>
          <a:bodyPr>
            <a:normAutofit/>
          </a:bodyPr>
          <a:lstStyle/>
          <a:p>
            <a:r>
              <a:rPr lang="en-US" sz="2600">
                <a:solidFill>
                  <a:srgbClr val="FFFFFF"/>
                </a:solidFill>
              </a:rPr>
              <a:t/>
            </a:r>
            <a:br>
              <a:rPr lang="en-US" sz="2600">
                <a:solidFill>
                  <a:srgbClr val="FFFFFF"/>
                </a:solidFill>
              </a:rPr>
            </a:br>
            <a:r>
              <a:rPr lang="en-US" sz="2600">
                <a:solidFill>
                  <a:srgbClr val="FFFFFF"/>
                </a:solidFill>
              </a:rPr>
              <a:t>FACTORS DRIVING THE CREDIT CARD TOTAL SPEND</a:t>
            </a:r>
            <a:br>
              <a:rPr lang="en-US" sz="2600">
                <a:solidFill>
                  <a:srgbClr val="FFFFFF"/>
                </a:solidFill>
              </a:rPr>
            </a:br>
            <a:endParaRPr lang="en-IN" sz="2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25996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9017DE-3FFB-47E5-B502-90CAB08D0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7517035-325F-4D4E-827C-7D577F6CE3A4}"/>
              </a:ext>
            </a:extLst>
          </p:cNvPr>
          <p:cNvSpPr txBox="1"/>
          <p:nvPr/>
        </p:nvSpPr>
        <p:spPr>
          <a:xfrm>
            <a:off x="261256" y="2024742"/>
            <a:ext cx="114130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Here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problem is to find the drivers of the Total spend of Credit Card( Primary Card +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Card)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Given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factors, predict credit limit for the new applicants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</a:t>
            </a: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 startAt="3"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given for 5000 customers and there are 130 features which are contributing in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342900" indent="-342900" algn="just"/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Credit Card spend.</a:t>
            </a: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 startAt="4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the 130 features only few are responsible to determine the spend behaviour of the  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customers.</a:t>
            </a: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 startAt="5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determine if the problem can be solved as the linear problem such   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independent variables(Y) can be represented as a  linear combination of  dependent 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variables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 startAt="3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1138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B83AA1-F1A3-4FDA-A3B3-A491B0C61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DEPENDENT AND INDEPENDENT 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2E0F5C-F55D-4D8D-8AAF-758EE4E23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011" y="2155372"/>
            <a:ext cx="10517211" cy="4445844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variable(Y)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given data is the combination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cardspent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Card) and card2spent(Secondary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 which is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Total_spent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variables (X)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given data are mainly the (variables)features such as: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agecat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edcat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jobcat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empcat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inccat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and so  on……….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88565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2F1971-184A-4F08-A287-2C4AA3561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ELIMINATION OF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3C20A7-9906-4BDD-B2B4-CD865BA31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024742"/>
            <a:ext cx="9613861" cy="48332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features can be eliminated based on business importance like: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Cust_id, birthmonth is eliminated.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features having redundant behavior like having categorical as well as continuous behaviour are eliminated like: employ, address,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commute, income..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features having high percentage of missing values (&gt;25%) are eliminated which are: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lntollmon, lntollten, lnequipmon, lnequipten, lncardmon, lncardten, lnwiremon, lnwireten.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Finally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variables are selected using Recursive Feature Elimination.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 the final model 25-30 variables have been taken for regression analysis.</a:t>
            </a:r>
          </a:p>
        </p:txBody>
      </p:sp>
    </p:spTree>
    <p:extLst>
      <p:ext uri="{BB962C8B-B14F-4D97-AF65-F5344CB8AC3E}">
        <p14:creationId xmlns:p14="http://schemas.microsoft.com/office/powerpoint/2010/main" xmlns="" val="293932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2E1393-12C7-4B14-A327-DF1B87DA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  <a:endParaRPr lang="en-IN" dirty="0"/>
          </a:p>
        </p:txBody>
      </p:sp>
      <p:pic>
        <p:nvPicPr>
          <p:cNvPr id="6" name="Content Placeholder 5" descr="fig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36914" y="2181497"/>
            <a:ext cx="9026435" cy="4140926"/>
          </a:xfrm>
        </p:spPr>
      </p:pic>
    </p:spTree>
    <p:extLst>
      <p:ext uri="{BB962C8B-B14F-4D97-AF65-F5344CB8AC3E}">
        <p14:creationId xmlns:p14="http://schemas.microsoft.com/office/powerpoint/2010/main" xmlns="" val="266532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DRIVERS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194560"/>
            <a:ext cx="4698358" cy="425849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The key drivers of the model are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card2_2                                   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card2_3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hourstv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card2_4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card2_5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card2benefit_3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card_2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card_3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card_4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card_5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cardfee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cardtenurecat_3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455817"/>
            <a:ext cx="4700058" cy="416705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lninc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cardmon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commutebike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default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gender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owndvd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reason_2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reason_9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ed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region_5</a:t>
            </a:r>
          </a:p>
          <a:p>
            <a:pPr>
              <a:buFont typeface="Wingdings" pitchFamily="2" charset="2"/>
              <a:buChar char="Ø"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telecommute</a:t>
            </a: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A37224-9196-42F6-8429-6094CC5C7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REASONS OF FAILURE OF THIS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71F5EA-26E0-4802-B88F-4BC8F8CD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because most of the independent variables have weak/negative correlation with the dependent variable.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is not complex and has noise.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variables are not explaining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dependent variable completely.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648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D3BE05-A8B9-4161-A79E-9A2C2254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TO IMPROVE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2FEAEB-AF34-4396-816A-7E0828A33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the size or number of parameters in the ML model.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 the complexity or type of the model.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Increasing the training time until cost function in ML is minimised.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modeling techniques like Random Forest, XGBoost can boost the accuracy.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2562354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1006</TotalTime>
  <Words>415</Words>
  <Application>Microsoft Office PowerPoint</Application>
  <PresentationFormat>Custom</PresentationFormat>
  <Paragraphs>69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Berlin</vt:lpstr>
      <vt:lpstr> FACTORS DRIVING THE CREDIT CARD TOTAL SPEND </vt:lpstr>
      <vt:lpstr>BUSINESS PROBLEM</vt:lpstr>
      <vt:lpstr>DEPENDENT AND INDEPENDENT VARIABLES</vt:lpstr>
      <vt:lpstr>ELIMINATION OF FEATURES</vt:lpstr>
      <vt:lpstr>FEATURE IMPORTANCE</vt:lpstr>
      <vt:lpstr>KEY DRIVERS</vt:lpstr>
      <vt:lpstr>REASONS OF FAILURE OF THIS MODEL</vt:lpstr>
      <vt:lpstr>SOLUTIONS TO IMPROVE MODEL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Himani Singh</dc:creator>
  <cp:lastModifiedBy>himani singh</cp:lastModifiedBy>
  <cp:revision>23</cp:revision>
  <dcterms:created xsi:type="dcterms:W3CDTF">2019-11-19T04:09:30Z</dcterms:created>
  <dcterms:modified xsi:type="dcterms:W3CDTF">2019-11-25T14:52:28Z</dcterms:modified>
</cp:coreProperties>
</file>